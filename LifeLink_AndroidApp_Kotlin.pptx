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828800"/>
          </a:xfrm>
          <a:prstGeom prst="rect">
            <a:avLst/>
          </a:prstGeom>
          <a:solidFill>
            <a:srgbClr val="0A3D12"/>
          </a:solidFill>
          <a:ln/>
        </p:spPr>
      </p:sp>
      <p:sp>
        <p:nvSpPr>
          <p:cNvPr id="4" name="Shape 2"/>
          <p:cNvSpPr/>
          <p:nvPr/>
        </p:nvSpPr>
        <p:spPr>
          <a:xfrm>
            <a:off x="3840480" y="457200"/>
            <a:ext cx="1463040" cy="1463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4160520" y="548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LifeLink Android App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AFFAA"/>
                </a:solidFill>
              </a:rPr>
              <a:t>Built with Kotlin · Retrofit2 · Android SDK · Material Design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FF88"/>
                </a:solidFill>
              </a:rPr>
              <a:t>LifeLink Blood Donation · Task 2 — System Design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App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859536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500"/>
              </a:spcBef>
            </a:pPr>
            <a:r>
              <a:rPr lang="en-US" sz="1600" b="1" dirty="0">
                <a:solidFill>
                  <a:srgbClr val="1A1A1A"/>
                </a:solidFill>
              </a:rPr>
              <a:t>Technology Stack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Language: Kotlin (100% Kotlin, no Java)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Minimum SDK: Android 7.0 (API 24) → targets Android 14 (API 34)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Networking: Retrofit2 + OkHttp3 + GsonConverterFactory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UI: Material Components + ViewBinding + RecyclerView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Async: Kotlin Coroutines (lifecycleScope.launch)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State: SharedPreferences (SessionManager) for login persistence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600" b="1" dirty="0">
                <a:solidFill>
                  <a:srgbClr val="1A1A1A"/>
                </a:solidFill>
              </a:rPr>
              <a:t>Architecture &amp; Navigation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Single Activity (MainActivity) with Fragment-based bottom navigation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5 screens: Dashboard, Appointments, Find Centres, Alerts, Profile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Dedicated activities: Login, Register, BookAppointment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SplashActivity auto-routes based on saved session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6583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LifeLink — Android App (Kotlin)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704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📦 Package Structure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4114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activities/ → SplashActivity, LoginActivity, RegisterActivity, MainActivity, BookAppointmentActivity</a:t>
            </a:r>
            <a:endParaRPr lang="en-US" sz="14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fragments/ → DashboardFragment, AppointmentsFragment, HospitalsFragment, AlertsFragment, ProfileFragment</a:t>
            </a:r>
            <a:endParaRPr lang="en-US" sz="14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adapters/ → AppointmentAdapter, HospitalAdapter, AlertAdapter, NotificationAdapter</a:t>
            </a:r>
            <a:endParaRPr lang="en-US" sz="14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models/ → Data classes (Donor, Hospital, Appointment, EmergencyAlert, Notification…)</a:t>
            </a:r>
            <a:endParaRPr lang="en-US" sz="14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network/ → LifeLinkApiService (Retrofit interface), RetrofitClient (singleton)</a:t>
            </a:r>
            <a:endParaRPr lang="en-US" sz="14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utils/ → SessionManager, Extensions (toast, visible, gone…)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114800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11704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🔁 Data Flow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1554480"/>
            <a:ext cx="4114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User action → Fragment/Activity</a:t>
            </a:r>
            <a:endParaRPr lang="en-US" sz="14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lifecycleScope.launch → suspend fun</a:t>
            </a:r>
            <a:endParaRPr lang="en-US" sz="14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RetrofitClient.api.endpoint()</a:t>
            </a:r>
            <a:endParaRPr lang="en-US" sz="14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OkHttp → HTTPS → PHP REST API</a:t>
            </a:r>
            <a:endParaRPr lang="en-US" sz="14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JSON response → Gson deserialization</a:t>
            </a:r>
            <a:endParaRPr lang="en-US" sz="14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Data class → Adapter → RecyclerView</a:t>
            </a:r>
            <a:endParaRPr lang="en-US" sz="14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Error caught in try/catch → toast()</a:t>
            </a:r>
            <a:endParaRPr lang="en-US" sz="14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SwipeRefreshLayout for pull-to-refresh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6583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LifeLink — Android App (Kotlin)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Key Screens &amp; Features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859536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500"/>
              </a:spcBef>
            </a:pPr>
            <a:r>
              <a:rPr lang="en-US" sz="1600" b="1" dirty="0">
                <a:solidFill>
                  <a:srgbClr val="1A1A1A"/>
                </a:solidFill>
              </a:rPr>
              <a:t>🏠 Dashboard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Greeting + blood type, eligibility status banner, donation count, upcoming count, active alert count, emergency alert list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600" b="1" dirty="0">
                <a:solidFill>
                  <a:srgbClr val="1A1A1A"/>
                </a:solidFill>
              </a:rPr>
              <a:t>📅 Appointments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Full appointment history with status badges, FAB to book new, swipe-to-refresh, Cancel button for active bookings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600" b="1" dirty="0">
                <a:solidFill>
                  <a:srgbClr val="1A1A1A"/>
                </a:solidFill>
              </a:rPr>
              <a:t>🏥 Find Donation Centres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Hospital list with address, phone, hours, blood types in stock. Map button opens Google Maps at hospital GPS coords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600" b="1" dirty="0">
                <a:solidFill>
                  <a:srgbClr val="1A1A1A"/>
                </a:solidFill>
              </a:rPr>
              <a:t>🚨 Emergency Alerts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Real-time list of active blood requests with urgency-coded card backgrounds (red/orange/green)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600" b="1" dirty="0">
                <a:solidFill>
                  <a:srgbClr val="1A1A1A"/>
                </a:solidFill>
              </a:rPr>
              <a:t>👤 Profile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Full donor profile card, eligibility status, last donation date, member since. Logout with confirmation dialog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6583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LifeLink — Android App (Kotlin)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Networking Layer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704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🌐 Retrofit API Interface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4114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Base URL: http://10.0.2.2/lifelink/api/ (emulator localhost)</a:t>
            </a:r>
            <a:endParaRPr lang="en-US" sz="14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auth.php → POST login / register</a:t>
            </a:r>
            <a:endParaRPr lang="en-US" sz="14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donor.php → GET profile, history, update</a:t>
            </a:r>
            <a:endParaRPr lang="en-US" sz="14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appointments.php → GET list, POST book/cancel</a:t>
            </a:r>
            <a:endParaRPr lang="en-US" sz="14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hospitals.php → GET list with blood type stock</a:t>
            </a:r>
            <a:endParaRPr lang="en-US" sz="14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alerts.php → GET active emergency alerts</a:t>
            </a:r>
            <a:endParaRPr lang="en-US" sz="14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notifications.php → GET list, POST mark_read</a:t>
            </a:r>
            <a:endParaRPr lang="en-US" sz="14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All calls: suspend fun with Response&lt;T&gt; return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114800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11704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🔒 Security &amp; Auth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1554480"/>
            <a:ext cx="4114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SessionManager stores donor_id in SharedPreferences</a:t>
            </a:r>
            <a:endParaRPr lang="en-US" sz="14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SplashActivity checks session on every launch</a:t>
            </a:r>
            <a:endParaRPr lang="en-US" sz="14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All API calls include donor_id in query params</a:t>
            </a:r>
            <a:endParaRPr lang="en-US" sz="14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Passwords never stored on device</a:t>
            </a:r>
            <a:endParaRPr lang="en-US" sz="14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usesCleartextTraffic=true for local XAMPP dev</a:t>
            </a:r>
            <a:endParaRPr lang="en-US" sz="14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For production: use HTTPS + JWT tokens</a:t>
            </a:r>
            <a:endParaRPr lang="en-US" sz="14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1A1A1A"/>
                </a:solidFill>
              </a:rPr>
              <a:t>AlertDialog for destructive actions (logout, cancel)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6583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LifeLink — Android App (Kotlin)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Build &amp; Run Instructions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859536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500"/>
              </a:spcBef>
            </a:pPr>
            <a:r>
              <a:rPr lang="en-US" sz="1600" b="1" dirty="0">
                <a:solidFill>
                  <a:srgbClr val="1A1A1A"/>
                </a:solidFill>
              </a:rPr>
              <a:t>📋 Prerequisites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Android Studio Hedgehog or later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Android SDK 34 installed via SDK Manager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XAMPP running with LifeLink web app set up (see Web App presentation)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600" b="1" dirty="0">
                <a:solidFill>
                  <a:srgbClr val="1A1A1A"/>
                </a:solidFill>
              </a:rPr>
              <a:t>🚀 Steps to Run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Step 1: Open /lifelink-kotlin in Android Studio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Step 2: Wait for Gradle sync to complete (downloads all dependencies)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Step 3: In BuildConfig, BASE_URL defaults to http://10.0.2.2/lifelink/api/ (emulator)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Step 4: For real device on same WiFi as XAMPP — change to your PC's local IP e.g. http://192.168.1.x/lifelink/api/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Step 5: Run on emulator (API 24+) or physical Android device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Step 6: Register as donor or use seeded credentials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📦 Dependencies auto-download via Gradle from Maven Central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6583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LifeLink — Android App (Kotlin)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Material Design &amp; UX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859536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500"/>
              </a:spcBef>
            </a:pPr>
            <a:r>
              <a:rPr lang="en-US" sz="1600" b="1" dirty="0">
                <a:solidFill>
                  <a:srgbClr val="1A1A1A"/>
                </a:solidFill>
              </a:rPr>
              <a:t>🎨 Design System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Primary colour: Deep Red (#8B0000) — brand identity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Accent: Crimson (#DC143C) — emergency alerts and CTAs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All cards use 12dp corner radius + 4dp elevation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Status colour coding: green=success, orange=warning, red=critical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600" b="1" dirty="0">
                <a:solidFill>
                  <a:srgbClr val="1A1A1A"/>
                </a:solidFill>
              </a:rPr>
              <a:t>⚙️ UX Patterns Used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SwipeRefreshLayout on all list screens for pull-to-refresh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ProgressBar shown during all async API calls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Empty state TextViews when lists return no data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AlertDialog for destructive actions (logout, cancel appointment)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DatePickerDialog for appointment date selection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Spinner dropdowns for hospitals, time slots, donation type</a:t>
            </a:r>
            <a:endParaRPr lang="en-US" sz="1600" dirty="0"/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555555"/>
                </a:solidFill>
              </a:rPr>
              <a:t>Toast messages for all API feedback (success and error)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6583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LifeLink — Android App (Kotlin)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LifeLink Android App — Kotlin</dc:title>
  <dc:subject>PptxGenJS Presentation</dc:subject>
  <dc:creator>PptxGenJS</dc:creator>
  <cp:lastModifiedBy>PptxGenJS</cp:lastModifiedBy>
  <cp:revision>1</cp:revision>
  <dcterms:created xsi:type="dcterms:W3CDTF">2026-05-21T17:51:35Z</dcterms:created>
  <dcterms:modified xsi:type="dcterms:W3CDTF">2026-05-21T17:51:35Z</dcterms:modified>
</cp:coreProperties>
</file>